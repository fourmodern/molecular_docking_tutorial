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Windows 환경 설정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400" b="0">
                <a:solidFill>
                  <a:srgbClr val="00897B"/>
                </a:solidFill>
                <a:latin typeface="맑은 고딕"/>
              </a:defRPr>
            </a:pPr>
            <a:r>
              <a:t>WSL2 + Docker Desktop 설치 및 도킹 환경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1.  WSL2 설치 (Windows Subsystem for Linux)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2.  Docker Desktop 설치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3.  도킹 환경 실행 (molecular_docking_tutorial)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4.  TeachOpenCADD 환경 실행 (toc_tutorial_colab)</a:t>
            </a:r>
          </a:p>
          <a:p>
            <a:pPr algn="l">
              <a:spcAft>
                <a:spcPts val="200"/>
              </a:spcAft>
              <a:defRPr sz="1800" b="0">
                <a:solidFill>
                  <a:srgbClr val="AAAAAA"/>
                </a:solidFill>
                <a:latin typeface="맑은 고딕"/>
              </a:defRPr>
            </a:pPr>
            <a:r>
              <a:t>Part 5.  결과 파일 → Windows PyMOL / DataWarrior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9144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Windows 10 (21H2 이상) 또는 Windows 11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전체 구조: Windows에서 도킹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3가지 실행 방법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56616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Colab</a:t>
            </a:r>
            <a:br/>
            <a:r>
              <a:t>(가장 간편)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31089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설치 없음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브라우저에서 바로 실행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GPU 무료 사용 가능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단점: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세션 12시간 제한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인터넷 필수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1732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417320"/>
            <a:ext cx="3566160" cy="8229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Docker Desktop</a:t>
            </a:r>
            <a:br/>
            <a:r>
              <a:t>(권장)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23160"/>
            <a:ext cx="31089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Docker만 설치하면 끝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환경 완전 통일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한 줄 명령으로 실행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단점: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Docker Desktop 용량 ~2GB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첫 빌드 10-15분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566160" cy="8229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WSL2 직접 설치</a:t>
            </a:r>
            <a:br/>
            <a:r>
              <a:t>(고급)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423160"/>
            <a:ext cx="31089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Linux 환경 직접 사용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자유로운 패키지 관리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가장 빠른 실행 속도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단점: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설치 과정이 김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환경 차이 가능성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E53935"/>
                </a:solidFill>
                <a:latin typeface="맑은 고딕"/>
              </a:defRPr>
            </a:pPr>
            <a:r>
              <a:t>공통 필수: PyMOL (Windows 설치) + DataWarrior (Windows 설치) — 결과 시각화용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0: 사전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설치 전에 확인할 것들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Windows 버전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PowerShell에서 실행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winver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Windows 10: 버전 21H2 이상 필요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Windows 11: 모든 버전 지원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"OS 빌드" 번호가 19041 이상이어야 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가상화 기능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303520" cy="16459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PowerShell (관리자)에서 실행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systeminfo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찾아볼 항목: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"Hyper-V 요구 사항" 아래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  "가상화 사용: 예" ← 이것이 "예"여야 함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"아니요"인 경우: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BIOS에서 가상화(VT-x/AMD-V) 활성화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846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디스크 공간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8308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WSL2 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82880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~1 GB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28600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Ubuntu 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33172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~0.5 GB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8892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4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Docker 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83464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~2 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9184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3756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도킹 환경 (Docker image)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3375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~3-4 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9476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84048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도킹 결과 파일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84048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~0.5-1 GB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29768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3434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합계 (최소)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34340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~7-8 GB 여유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2040"/>
            <a:ext cx="4846320" cy="16459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02920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E53935"/>
                </a:solidFill>
                <a:latin typeface="맑은 고딕"/>
              </a:defRPr>
            </a:pPr>
            <a:r>
              <a:t>주의사항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394959"/>
            <a:ext cx="4389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E53935"/>
                </a:solidFill>
                <a:latin typeface="맑은 고딕"/>
              </a:defRPr>
            </a:pPr>
            <a:r>
              <a:t>• 회사/학교 관리형 PC는 관리자 권한이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53935"/>
                </a:solidFill>
                <a:latin typeface="맑은 고딕"/>
              </a:defRPr>
            </a:pPr>
            <a:r>
              <a:t>  필요할 수 있음 (IT 부서에 문의)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53935"/>
                </a:solidFill>
                <a:latin typeface="맑은 고딕"/>
              </a:defRPr>
            </a:pPr>
            <a:r>
              <a:t>• 백신 프로그램이 WSL/Docker를 차단할 수 있음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53935"/>
                </a:solidFill>
                <a:latin typeface="맑은 고딕"/>
              </a:defRPr>
            </a:pPr>
            <a:r>
              <a:t>• VPN이 켜져 있으면 설치 실패 가능 → 끄고 설치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1: WSL2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Windows Subsystem for Linux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Step 1: WSL 설치 (1줄)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400">
                <a:solidFill>
                  <a:srgbClr val="6A9955"/>
                </a:solidFill>
                <a:latin typeface="Consolas"/>
              </a:defRPr>
            </a:pPr>
            <a:r>
              <a:t># PowerShell을 "관리자 권한"으로 실행</a:t>
            </a:r>
          </a:p>
          <a:p>
            <a:pPr>
              <a:spcAft>
                <a:spcPts val="0"/>
              </a:spcAft>
              <a:defRPr sz="1400">
                <a:solidFill>
                  <a:srgbClr val="6A9955"/>
                </a:solidFill>
                <a:latin typeface="Consolas"/>
              </a:defRPr>
            </a:pPr>
            <a:r>
              <a:t># (시작 → PowerShell 검색 → 우클릭 → 관리자로 실행)</a:t>
            </a:r>
          </a:p>
          <a:p>
            <a:pPr>
              <a:spcAft>
                <a:spcPts val="0"/>
              </a:spcAft>
              <a:defRPr sz="14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wsl --install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Step 2: PC 재부팅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5029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설치 완료 메시지가 나오면 반드시 PC를 재부팅합니다.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재부팅 후 자동으로 Ubuntu 설정 화면이 뜹니다.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Step 3: Ubuntu 사용자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50292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재부팅 후 뜨는 Ubuntu 창에서: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Enter new UNIX username: 사용자이름입력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New password: 비밀번호입력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Retype password: 비밀번호확인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→ 이 비밀번호는 sudo 명령 시 사용됩니다.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484632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544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E88E5"/>
                </a:solidFill>
                <a:latin typeface="맑은 고딕"/>
              </a:defRPr>
            </a:pPr>
            <a:r>
              <a:t>Step 4: 설치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965960"/>
            <a:ext cx="4389120" cy="2286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PowerShell에서 확인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wsl --version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출력 예시: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WSL 버전: 2.0.x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커널 버전: 5.15.x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WSLg 버전: 1.0.x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Ubuntu 버전 확인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wsl -l -v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NAME      STATE   VERSION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Ubuntu    Running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43484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E88E5"/>
                </a:solidFill>
                <a:latin typeface="맑은 고딕"/>
              </a:defRPr>
            </a:pPr>
            <a:r>
              <a:t>문제 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800600"/>
            <a:ext cx="4389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• "가상 머신 플랫폼" 에러: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  → BIOS에서 가상화 켜기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• wsl --install 실패: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  → wsl --update 실행 후 재시도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• Ubuntu 창이 안 뜸: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  → 시작 메뉴에서 "Ubuntu" 검색 →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1 (계속): WSL2 터미널 기본 사용법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WSL 터미널 여는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방법 1: 시작 메뉴 → "Ubuntu" 검색 → 클릭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방법 2: PowerShell에서 wsl 입력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방법 3: Windows Terminal → Ubuntu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기본 명령어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303520" cy="29260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현재 위치 확인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pwd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/home/사용자이름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폴더 목록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ls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폴더 이동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cd ~/docking_workshop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파일 다운로드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git clone https://github.com/xxx/xxx.git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패키지 업데이트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sudo apt-get update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Python 버전 확인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python3 --version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484632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3258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E88E5"/>
                </a:solidFill>
                <a:latin typeface="맑은 고딕"/>
              </a:defRPr>
            </a:pPr>
            <a:r>
              <a:t>WSL ↔ Windows 파일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4389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Windows에서 WSL 파일 접근: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탐색기 주소창에 입력: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\\wsl$\Ubuntu\home\사용자명\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또는: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\\wsl.localhost\Ubuntu\home\사용자명\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3832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E88E5"/>
                </a:solidFill>
                <a:latin typeface="맑은 고딕"/>
              </a:defRPr>
            </a:pPr>
            <a:r>
              <a:t>WSL에서 Windows 파일 접근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749040"/>
            <a:ext cx="438912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C 드라이브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ls /mnt/c/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바탕화면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ls /mnt/c/Users/사용자명/Desktop/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Windows의 Downloads 폴더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ls /mnt/c/Users/사용자명/Downloads/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03520"/>
            <a:ext cx="4389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도킹 결과를 PyMOL에서 열 때: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WSL 경로의 .pdb, .sdf 파일을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탐색기에서 직접 더블클릭하면 PyMOL이 열립니다.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2: Docker Desktop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Windows용 Docker 설치 및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411480" cy="41148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8F00"/>
                </a:solidFill>
                <a:latin typeface="맑은 고딕"/>
              </a:defRPr>
            </a:pPr>
            <a:r>
              <a:t>Docker Desktop 다운로드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377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https://www.docker.com/products/docker-desktop/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"Download for Windows" 버튼 클릭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926080"/>
            <a:ext cx="411480" cy="41148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8F00"/>
                </a:solidFill>
                <a:latin typeface="맑은 고딕"/>
              </a:defRPr>
            </a:pPr>
            <a:r>
              <a:t>설치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49377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다운로드된 .exe 실행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"Use WSL 2 based engine" 체크 확인 (기본값)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297680"/>
            <a:ext cx="411480" cy="41148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8F00"/>
                </a:solidFill>
                <a:latin typeface="맑은 고딕"/>
              </a:defRPr>
            </a:pPr>
            <a:r>
              <a:t>PC 재부팅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4937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설치 완료 후 반드시 PC를 재부팅합니다.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394960"/>
            <a:ext cx="411480" cy="41148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8F00"/>
                </a:solidFill>
                <a:latin typeface="맑은 고딕"/>
              </a:defRPr>
            </a:pPr>
            <a:r>
              <a:t>Docker Desktop 실행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493776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재부팅 후 Docker Desktop 실행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좌측 하단에 "Engine running" (녹색)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처음 실행 시 약간의 시간이 걸릴 수 있음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417320"/>
            <a:ext cx="4846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5544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설치 확인 (PowerShell)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965960"/>
            <a:ext cx="4389120" cy="20116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PowerShell에서 확인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docker --version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Docker version 27.x.x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docker compose version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Docker Compose version v2.x.x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테스트 실행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docker run hello-world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"Hello from Docker!" 메시지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343400"/>
            <a:ext cx="4846320" cy="2286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48056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E53935"/>
                </a:solidFill>
                <a:latin typeface="맑은 고딕"/>
              </a:defRPr>
            </a:pPr>
            <a:r>
              <a:t>문제 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46320"/>
            <a:ext cx="43891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  <a:r>
              <a:t>• "WSL 2 not found" 에러: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  <a:r>
              <a:t>  → wsl --update 실행 후 재부팅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  <a:r>
              <a:t>• Docker Desktop 시작 안 됨: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  <a:r>
              <a:t>  → 작업 관리자에서 Docker 프로세스 종료 후 재시작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  <a:r>
              <a:t>• 방화벽 경고: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E53935"/>
                </a:solidFill>
                <a:latin typeface="맑은 고딕"/>
              </a:defRPr>
            </a:pPr>
            <a:r>
              <a:t>  → "허용" 클릭 (Docker가 네트워크 접근 필요)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3: 도킹 환경 실행 — Docker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molecular_docking_tutorial 레포지토리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PowerShell에서 순서대로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1. 레포지토리 클론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git clone https://github.com/fourmodern/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molecular_docking_tutorial.git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2. 폴더 이동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cd molecular_docking_tutorial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3. Docker 빌드 &amp; 실행 (첫 빌드 10-15분)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4. 빌드 완료 후 출력되는 URL 확인: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   http://localhost:8888/?token=docking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5. 브라우저에서 위 URL 접속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   → Jupyter 노트북이 열림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6. 종료: Ctrl+C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   또는 새 PowerShell에서: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docker compose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4846320" cy="2286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CLI로 바로 도킹 실행 (Jupyter 없이)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965960"/>
            <a:ext cx="4389120" cy="15544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TYK2 기본 도킹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docker compose run docking \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bash run_all.sh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다른 타겟 지정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docker compose run docking \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bash run_all.sh --pdb 1M17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886200"/>
            <a:ext cx="4846320" cy="26517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02336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897B"/>
                </a:solidFill>
                <a:latin typeface="맑은 고딕"/>
              </a:defRPr>
            </a:pPr>
            <a:r>
              <a:t>결과 파일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389120"/>
            <a:ext cx="43891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결과는 ./results/ 폴더에 자동 저장: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results/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├── *_clean_H.pdb    → PyMOL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├── *_vina_out.sdf   → PyMOL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├── docking_scores.csv → DataWarrior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  └── *.pml            → PyMOL 스크립트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Windows 탐색기에서 바로 접근 가능!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3 (대안): 도킹 환경 — WSL 직접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Docker 없이 WSL에서 직접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WSL Ubuntu 터미널에서 실행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1. 레포지토리 클론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git clone https://github.com/fourmodern/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molecular_docking_tutorial.git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cd molecular_docking_tutorial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2. 환경 자동 설치 (10-15분)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bash setup_wsl.sh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3. 설치 완료 후 새 터미널 열기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source ~/.bashrc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4. Jupyter 노트북 실행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docking-notebook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→ 브라우저에서 http://localhost:8888 접속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또는 CLI로 바로 도킹: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docking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bash run_all.sh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bash run_all.sh --pdb 1M17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결과 위치: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~/docking_workshop/docking_output/results/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84632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E88E5"/>
                </a:solidFill>
                <a:latin typeface="맑은 고딕"/>
              </a:defRPr>
            </a:pPr>
            <a:r>
              <a:t>설치되는 것들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65960"/>
            <a:ext cx="438912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setup_wsl.sh가 자동으로 설치하는 항목: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Python 가상환경 (~/docking_env/)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Python 패키지: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rdkit, vina, openbabel, pymol, prolif 등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smina 바이너리 (~/docking_bin/)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ADFRsuite (prepare_receptor, prepare_ligand)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5. 노트북 파일 복사 (~/docking_workshop/)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43484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E88E5"/>
                </a:solidFill>
                <a:latin typeface="맑은 고딕"/>
              </a:defRPr>
            </a:pPr>
            <a:r>
              <a:t>편의 명령어 (alias)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800600"/>
            <a:ext cx="4389120" cy="14630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.bashrc에 자동 추가됨: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docking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venv 활성화 + 작업 폴더 이동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docking-notebook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Jupyter 노트북 실행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4: TeachOpenCADD 환경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toc_tutorial_colab 레포지토리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Docker 방식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2286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PowerShell에서 실행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git clone https://github.com/fourmodern/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toc_tutorial_colab.git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cd toc_tutorial_colab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→ http://localhost:8888/?token=toc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→ 브라우저에서 접속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종료: Ctrl+C 또는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docker compose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WSL 직접 설치 방식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5303520" cy="18288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 bIns="127000">
            <a:normAutofit/>
          </a:bodyPr>
          <a:lstStyle/>
          <a:p>
            <a:pPr algn="ctr"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WSL Ubuntu 터미널에서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git clone https://github.com/fourmodern/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  toc_tutorial_colab.git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cd toc_tutorial_colab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bash setup_wsl.sh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실행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source ~/.bashrc</a:t>
            </a:r>
          </a:p>
          <a:p>
            <a:pPr>
              <a:spcAft>
                <a:spcPts val="0"/>
              </a:spcAft>
              <a:defRPr sz="1300">
                <a:solidFill>
                  <a:srgbClr val="ABB2BF"/>
                </a:solidFill>
                <a:latin typeface="Consolas"/>
              </a:defRPr>
            </a:pPr>
            <a:r>
              <a:t>toc-notebook</a:t>
            </a:r>
          </a:p>
          <a:p>
            <a:pPr>
              <a:spcAft>
                <a:spcPts val="0"/>
              </a:spcAft>
              <a:defRPr sz="1300">
                <a:solidFill>
                  <a:srgbClr val="6A9955"/>
                </a:solidFill>
                <a:latin typeface="Consolas"/>
              </a:defRPr>
            </a:pPr>
            <a:r>
              <a:t># → http://localhost:8888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노트북 분류 &amp; 실행 환경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965960"/>
            <a:ext cx="109728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t000 ~ t007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Core (기본 cheminformatics)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9659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43A047"/>
                </a:solidFill>
                <a:latin typeface="맑은 고딕"/>
              </a:defRPr>
            </a:pPr>
            <a:r>
              <a:t>Docker / WSL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606039"/>
            <a:ext cx="109728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60603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t008 ~ t010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3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Structural biology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60603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0897B"/>
                </a:solidFill>
                <a:latin typeface="맑은 고딕"/>
              </a:defRPr>
            </a:pPr>
            <a:r>
              <a:t>Docker / WSL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246120"/>
            <a:ext cx="109728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24612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t022, t041~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4612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ML/DL (GPU 필요)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24612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53935"/>
                </a:solidFill>
                <a:latin typeface="맑은 고딕"/>
              </a:defRPr>
            </a:pPr>
            <a:r>
              <a:t>Colab 권장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886199"/>
            <a:ext cx="109728" cy="502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88619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t050, t110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88619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LLM, ESM2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88619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53935"/>
                </a:solidFill>
                <a:latin typeface="맑은 고딕"/>
              </a:defRPr>
            </a:pPr>
            <a:r>
              <a:t>Colab 권장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70916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E53935"/>
                </a:solidFill>
                <a:latin typeface="맑은 고딕"/>
              </a:defRPr>
            </a:pPr>
            <a:r>
              <a:t>두 환경 동시 실행 시 포트 충돌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74920"/>
            <a:ext cx="4389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도킹 환경과 TeachOpenCADD를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동시에 Docker로 실행하면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둘 다 포트 8888을 사용하므로 충돌합니다.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해결: 하나를 먼저 docker compose down 후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다른 것을 실행하세요.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Part 5: 결과 파일 → PyMOL / DataWarrior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Windows 데스크탑 앱에서 결과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결과 파일 위치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303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897B"/>
                </a:solidFill>
                <a:latin typeface="맑은 고딕"/>
              </a:defRPr>
            </a:pPr>
            <a: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현재 폴더\results\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탐색기에서 바로 접근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5303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897B"/>
                </a:solidFill>
                <a:latin typeface="맑은 고딕"/>
              </a:defRPr>
            </a:pPr>
            <a:r>
              <a:t>WSL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7744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\\wsl$\Ubuntu\home\사용자\...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7744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탐색기 주소창에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3035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914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0897B"/>
                </a:solidFill>
                <a:latin typeface="맑은 고딕"/>
              </a:defRPr>
            </a:pPr>
            <a:r>
              <a:t>Colab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92608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다운로드 폴더 (zip)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26080"/>
            <a:ext cx="1645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마지막 셀에서 다운로드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PyMOL에서 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50292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results 폴더에서 .pdb 또는 .sdf 파일을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더블클릭하면 PyMOL이 자동으로 열립니다.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또는 PyMOL에서 File → Open → 파일 선택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.pml 스크립트 실행: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File → Run Script → sar_pymol.pml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DataWarrior에서 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5029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DataWarrior → File → Open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sar_results.sdf (구조+스코어) 또는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docking_scores.csv (스코어만) 선택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417320"/>
            <a:ext cx="4846320" cy="50292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4389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897B"/>
                </a:solidFill>
                <a:latin typeface="맑은 고딕"/>
              </a:defRPr>
            </a:pPr>
            <a:r>
              <a:t>파일별 용도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*_clean_H.pdb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9659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단백질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659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PyMOL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4231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*_lig_H.mol2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4231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참조 리간드 (crystal)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4231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PyMOL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8803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*_vina_out.sdf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8803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Vina 도킹 포즈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8803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PyMOL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3375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*_smina_out.sdf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3375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smina 도킹 포즈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3375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PyMOL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7947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sar_results.sdf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7947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SAR 결과 (구조+속성)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7947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DataWarrior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2519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docking_scores.csv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2519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전체 스코어 테이블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2519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DataWarrior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rmsd_validation.csv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7091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RMSD 검증 데이터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7091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DataWarrior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166359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*.pml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5166359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PyMOL 자동 스크립트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5166359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PyMOL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62356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*.html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623560"/>
            <a:ext cx="1371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757575"/>
                </a:solidFill>
                <a:latin typeface="맑은 고딕"/>
              </a:defRPr>
            </a:pPr>
            <a:r>
              <a:t>상호작용 네트워크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6235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00897B"/>
                </a:solidFill>
                <a:latin typeface="맑은 고딕"/>
              </a:defRPr>
            </a:pPr>
            <a:r>
              <a:t>브라우저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문제 해결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00897B"/>
                </a:solidFill>
                <a:latin typeface="맑은 고딕"/>
              </a:defRPr>
            </a:pPr>
            <a:r>
              <a:t>자주 발생하는 문제와 해결 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09728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88E5"/>
                </a:solidFill>
                <a:latin typeface="맑은 고딕"/>
              </a:defRPr>
            </a:pPr>
            <a:r>
              <a:t>wsl --install 실패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Windows 업데이트 실행 후 재시도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powershell: wsl --update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109728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E88E5"/>
                </a:solidFill>
                <a:latin typeface="맑은 고딕"/>
              </a:defRPr>
            </a:pPr>
            <a:r>
              <a:t>Docker "WSL 2 not found"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wsl --update 실행 후 PC 재부팅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09728" cy="10972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8F00"/>
                </a:solidFill>
                <a:latin typeface="맑은 고딕"/>
              </a:defRPr>
            </a:pPr>
            <a:r>
              <a:t>Docker 빌드 중 다운로드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VPN 끄기, 네트워크 확인 후 재시도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docker compose build --no-cache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606040"/>
            <a:ext cx="109728" cy="109728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8F00"/>
                </a:solidFill>
                <a:latin typeface="맑은 고딕"/>
              </a:defRPr>
            </a:pPr>
            <a:r>
              <a:t>Jupyter 접속 안 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방화벽에서 포트 8888 허용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URL의 token 값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9476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94760"/>
            <a:ext cx="109728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43A047"/>
                </a:solidFill>
                <a:latin typeface="맑은 고딕"/>
              </a:defRPr>
            </a:pPr>
            <a:r>
              <a:t>PyMOL에서 SDF 안 열림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PyMOL 재설치 또는 Open Babel로 PDB 변환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9476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109728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84048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43A047"/>
                </a:solidFill>
                <a:latin typeface="맑은 고딕"/>
              </a:defRPr>
            </a:pPr>
            <a:r>
              <a:t>WSL에서 \\wsl$ 안 보임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\\wsl.localhost\Ubuntu 시도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또는 탐색기 → Linux 아이콘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8348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09728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E53935"/>
                </a:solidFill>
                <a:latin typeface="맑은 고딕"/>
              </a:defRPr>
            </a:pPr>
            <a:r>
              <a:t>"권한 부족" 에러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PowerShell을 관리자 권한으로 실행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또는 IT 부서에 문의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983480"/>
            <a:ext cx="5577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83480"/>
            <a:ext cx="109728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0292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E53935"/>
                </a:solidFill>
                <a:latin typeface="맑은 고딕"/>
              </a:defRPr>
            </a:pPr>
            <a:r>
              <a:t>Docker 이미지 삭제하고 싶음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03520"/>
            <a:ext cx="5029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docker system prune -a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757575"/>
                </a:solidFill>
                <a:latin typeface="맑은 고딕"/>
              </a:defRPr>
            </a:pPr>
            <a:r>
              <a:t>(모든 이미지/컨테이너 삭제)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설치 요약: 3단계면 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54864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1E88E5"/>
                </a:solidFill>
                <a:latin typeface="맑은 고딕"/>
              </a:defRPr>
            </a:pPr>
            <a:r>
              <a:t>WSL 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63040"/>
            <a:ext cx="7315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PowerShell (관리자): wsl --install → 재부팅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548640" cy="5486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1460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8F00"/>
                </a:solidFill>
                <a:latin typeface="맑은 고딕"/>
              </a:defRPr>
            </a:pPr>
            <a:r>
              <a:t>Docker 설치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7315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docker.com에서 다운로드 → 설치 → 재부팅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54864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1188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43A047"/>
                </a:solidFill>
                <a:latin typeface="맑은 고딕"/>
              </a:defRPr>
            </a:pPr>
            <a:r>
              <a:t>도킹 환경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600"/>
            <a:ext cx="7315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git clone → docker compose up --build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결과 분석: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  • .pdb / .sdf 파일 → Windows PyMOL에서 3D 시각화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  • .csv / .sdf 파일 → DataWarrior에서 스코어 분석 &amp; SAR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  • .pml 스크립트 → PyMOL File → Run Script로 자동 시각화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